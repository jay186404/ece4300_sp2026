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68EDF4-2579-A2E3-FF05-FCD71D0A9241}" v="186" dt="2026-03-23T19:52:40.9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79BF-5D3A-A722-2E93-2CBEB4851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Importance of Our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F730B-CCF3-0896-5208-2FC58CE5F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Implementing AES on a softcore processor demonstrated the flexibility-performance tradeoff, exposing constraints pure software and pure hardware approaches miss</a:t>
            </a:r>
          </a:p>
          <a:p>
            <a:r>
              <a:rPr lang="en-US" dirty="0"/>
              <a:t>Using our results, system architects can decide whether to implement a </a:t>
            </a:r>
            <a:r>
              <a:rPr lang="en-US" err="1"/>
              <a:t>MicroBlaze</a:t>
            </a:r>
            <a:r>
              <a:rPr lang="en-US"/>
              <a:t> softcore processor or design an AES accelerator</a:t>
            </a:r>
            <a:endParaRPr lang="en-US" dirty="0"/>
          </a:p>
          <a:p>
            <a:r>
              <a:rPr lang="en-US"/>
              <a:t>We set a baseline for comparison against hardware-accelerated AES, to be studied in future projects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33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Importance of Our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</cp:revision>
  <dcterms:created xsi:type="dcterms:W3CDTF">2026-03-23T19:48:11Z</dcterms:created>
  <dcterms:modified xsi:type="dcterms:W3CDTF">2026-03-23T19:57:23Z</dcterms:modified>
</cp:coreProperties>
</file>